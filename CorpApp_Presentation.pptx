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9" d="100"/>
          <a:sy n="169" d="100"/>
        </p:scale>
        <p:origin x="19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5850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7C7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CORPAPP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548640" y="23774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u-RU" sz="2200" dirty="0">
                <a:solidFill>
                  <a:srgbClr val="E0F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Мобильный клиент корпоративного</a:t>
            </a:r>
          </a:p>
          <a:p>
            <a:pPr marL="0" indent="0" algn="l">
              <a:buNone/>
            </a:pPr>
            <a:r>
              <a:rPr lang="ru-RU" sz="2200" dirty="0">
                <a:solidFill>
                  <a:srgbClr val="E0F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портала компании</a:t>
            </a:r>
          </a:p>
          <a:p>
            <a:pPr marL="0" indent="0" algn="l">
              <a:buNone/>
            </a:pPr>
            <a:endParaRPr lang="ru-RU" sz="1100" dirty="0">
              <a:solidFill>
                <a:srgbClr val="E0F2F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buNone/>
            </a:pPr>
            <a:r>
              <a:rPr lang="ru-RU" sz="1400" dirty="0">
                <a:solidFill>
                  <a:srgbClr val="E0F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(д</a:t>
            </a:r>
            <a:r>
              <a:rPr lang="en-US" sz="1400" dirty="0" err="1">
                <a:solidFill>
                  <a:srgbClr val="E0F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емонстрационное</a:t>
            </a:r>
            <a:r>
              <a:rPr lang="en-US" sz="1400" dirty="0">
                <a:solidFill>
                  <a:srgbClr val="E0F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400" dirty="0" err="1">
                <a:solidFill>
                  <a:srgbClr val="E0F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r>
              <a:rPr lang="ru-RU" sz="1400" dirty="0">
                <a:solidFill>
                  <a:srgbClr val="E0F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B2DF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Проектная работа  ·  MVP  ·  SwiftUI + Flux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7C7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 и концепция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Мобильный клиент корпоративного портала компании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5F7F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1051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сотрудников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08483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к ключевым сервисам компании в одном приложении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5F7F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58775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сценарии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286207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Новости, коллеги, трудозатраты, личный кабинет, полезная информация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5F7F6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36499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MVP-подход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931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Реализован основной функционал на моковых данных для демонстрации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5F7F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14223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Готовность к развитию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441655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 позволяет заменить моки на реальный бэкенд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7C7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 технологий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1005840"/>
          </a:xfrm>
          <a:prstGeom prst="roundRect">
            <a:avLst>
              <a:gd name="adj" fmla="val 9091"/>
            </a:avLst>
          </a:prstGeom>
          <a:solidFill>
            <a:srgbClr val="F5F7F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25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SwiftUI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6420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Декларативный UI, навигация, состояние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4023360" cy="1005840"/>
          </a:xfrm>
          <a:prstGeom prst="roundRect">
            <a:avLst>
              <a:gd name="adj" fmla="val 9091"/>
            </a:avLst>
          </a:prstGeom>
          <a:solidFill>
            <a:srgbClr val="F5F7F6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325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66420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+ Actions, однонаправленный поток данных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4023360" cy="1005840"/>
          </a:xfrm>
          <a:prstGeom prst="roundRect">
            <a:avLst>
              <a:gd name="adj" fmla="val 9091"/>
            </a:avLst>
          </a:prstGeom>
          <a:solidFill>
            <a:srgbClr val="F5F7F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468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KeychainAccess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280720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Безопасное хранение токена авторизации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331720"/>
            <a:ext cx="4023360" cy="1005840"/>
          </a:xfrm>
          <a:prstGeom prst="roundRect">
            <a:avLst>
              <a:gd name="adj" fmla="val 9091"/>
            </a:avLst>
          </a:prstGeom>
          <a:solidFill>
            <a:srgbClr val="F5F7F6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2468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UserNotifications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280720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Локальные напоминания о заполнении ТРЗ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4023360" cy="1005840"/>
          </a:xfrm>
          <a:prstGeom prst="roundRect">
            <a:avLst>
              <a:gd name="adj" fmla="val 9091"/>
            </a:avLst>
          </a:prstGeom>
          <a:solidFill>
            <a:srgbClr val="F5F7F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611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395020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зависимостями (Get, KeychainAccess)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3474720"/>
            <a:ext cx="4023360" cy="1005840"/>
          </a:xfrm>
          <a:prstGeom prst="roundRect">
            <a:avLst>
              <a:gd name="adj" fmla="val 9091"/>
            </a:avLst>
          </a:prstGeom>
          <a:solidFill>
            <a:srgbClr val="F5F7F6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3611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Моковые данные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37760" y="395020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имитация бэкенда для демонстрации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7C7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архитектура Flux?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1143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Однонаправленный поток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4630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идут в одну сторону: Action → Store → View. Легче отслеживать изменения.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2057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Разделение ответственности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774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только отображает, Store управляет состоянием, Actions описывают намерения.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97180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80160" y="2971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Масштабируемость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32918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экраны добавляются по одному шаблону. Легко подключать сервисы.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88620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280160" y="3886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Предсказуемость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42062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 централизовано. Проще отлаживать и тестировать сценарии.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7C7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</a:t>
            </a:r>
            <a:r>
              <a:rPr lang="en-US" sz="2800" b="1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еализовано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16152"/>
            <a:ext cx="164592" cy="164592"/>
          </a:xfrm>
          <a:prstGeom prst="ellipse">
            <a:avLst/>
          </a:prstGeom>
          <a:solidFill>
            <a:srgbClr val="007C77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Таб-навигация с независимыми стеками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673352"/>
            <a:ext cx="164592" cy="164592"/>
          </a:xfrm>
          <a:prstGeom prst="ellipse">
            <a:avLst/>
          </a:prstGeom>
          <a:solidFill>
            <a:srgbClr val="007C77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6002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Авторизация + </a:t>
            </a:r>
            <a:r>
              <a:rPr lang="en-US" sz="150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Реавторизация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использованием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Keychain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30552"/>
            <a:ext cx="164592" cy="164592"/>
          </a:xfrm>
          <a:prstGeom prst="ellipse">
            <a:avLst/>
          </a:prstGeom>
          <a:solidFill>
            <a:srgbClr val="007C77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0574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Локальные пуш-уведомления с переходом на экран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87752"/>
            <a:ext cx="164592" cy="164592"/>
          </a:xfrm>
          <a:prstGeom prst="ellipse">
            <a:avLst/>
          </a:prstGeom>
          <a:solidFill>
            <a:srgbClr val="007C77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5146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Календарь трудозатрат с маркерами пропущенных дней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2920" y="3044952"/>
            <a:ext cx="164592" cy="164592"/>
          </a:xfrm>
          <a:prstGeom prst="ellipse">
            <a:avLst/>
          </a:prstGeom>
          <a:solidFill>
            <a:srgbClr val="007C77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Бейджи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незаполненных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дней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502152"/>
            <a:ext cx="164592" cy="164592"/>
          </a:xfrm>
          <a:prstGeom prst="ellipse">
            <a:avLst/>
          </a:prstGeom>
          <a:solidFill>
            <a:srgbClr val="007C77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429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Иерархия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сотрудников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3959352"/>
            <a:ext cx="164592" cy="164592"/>
          </a:xfrm>
          <a:prstGeom prst="ellipse">
            <a:avLst/>
          </a:prstGeom>
          <a:solidFill>
            <a:srgbClr val="007C77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8862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</a:t>
            </a:r>
            <a:r>
              <a:rPr lang="ru-RU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</a:t>
            </a:r>
            <a:r>
              <a:rPr lang="ru-RU" sz="150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ов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416552"/>
            <a:ext cx="164592" cy="164592"/>
          </a:xfrm>
          <a:prstGeom prst="ellipse">
            <a:avLst/>
          </a:prstGeom>
          <a:solidFill>
            <a:srgbClr val="007C77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3434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Переключение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темы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50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системная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r>
              <a:rPr lang="en-US" sz="150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светлая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r>
              <a:rPr lang="en-US" sz="1500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тёмная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7C7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Демонстрация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0F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Переходим к живому показу приложения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7C7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можно развивать дальше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5F7F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Реальный бэкенд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572768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Замена MockNetworkService на работу с API через Get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5F7F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488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Серверные пуши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441448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Уведомления о новых постах и незаполненных ТРЗ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5F7F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0175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Офлайн-режим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310128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Кэширование данных и работа без сети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5F7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8862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Расширение функционала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178808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Заявки, документы, чаты, календарь мероприятий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270</Words>
  <Application>Microsoft Macintosh PowerPoint</Application>
  <PresentationFormat>Экран (16:9)</PresentationFormat>
  <Paragraphs>69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CorpApp — MVP корпоративного портала</dc:title>
  <dc:subject>Вступительная презентация</dc:subject>
  <dc:creator>CorpApp</dc:creator>
  <cp:lastModifiedBy>Peter Kozlov</cp:lastModifiedBy>
  <cp:revision>4</cp:revision>
  <dcterms:created xsi:type="dcterms:W3CDTF">2026-10-20T20:39:19Z</dcterms:created>
  <dcterms:modified xsi:type="dcterms:W3CDTF">2026-10-21T12:12:10Z</dcterms:modified>
</cp:coreProperties>
</file>