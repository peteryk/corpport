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85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C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CORPAPP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Демонстрационное приложение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корпоративного портала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работа  ·  MVP  ·  SwiftUI + Flux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 концепция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Мобильный клиент корпоративного портала компании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5F7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105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сотрудников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ключевым сервисам компании в одном приложении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5F7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сценарии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Новости, коллеги, трудозатраты, личный кабинет, полезная информация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5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649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MVP-подход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основной функционал на моковых данных для демонстрации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5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422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к развитию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4165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позволяет заменить моки на реальный бэкенд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7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Декларативный UI, навигация, состояние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7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64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+ Actions, однонаправленный поток данных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KeychainAccess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807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Безопасное хранение токена авторизации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UserNotifications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807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напоминания о заполнении ТРЗ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7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950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зависимостями (Get, KeychainAccess)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5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Моковые данные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950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имитация бэкенда для демонстрации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архитектура Flux?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Однонаправленный поток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идут в одну сторону: Action → Store → View. Легче отслеживать изменения.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ответственности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77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только отображает, Store управляет состоянием, Actions описывают намерения.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Масштабируемость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экраны добавляются по одному шаблону. Легко подключать сервисы.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Предсказуемость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централизовано. Проще отлаживать и тестировать сценарии.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lang="en-US" sz="28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еализовано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161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Таб-навигация с независимыми стеками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Авторизация +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Реавторизация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использованием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Keychain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57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пуш-уведомления с переходом на экран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5877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14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трудозатрат с маркерами пропущенных дней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0449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Бейджи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незаполненных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5021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Иерархия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сотрудников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9593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r>
              <a:rPr lang="ru-RU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</a:t>
            </a:r>
            <a:r>
              <a:rPr lang="ru-RU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ов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416552"/>
            <a:ext cx="164592" cy="164592"/>
          </a:xfrm>
          <a:prstGeom prst="ellipse">
            <a:avLst/>
          </a:prstGeom>
          <a:solidFill>
            <a:srgbClr val="007C7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Переключение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темы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системная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светлая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5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тёмная</a:t>
            </a: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7C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Переходим к живому показу приложения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C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можно развивать дальше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5F7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бэкенд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MockNetworkService на работу с API через Get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5F7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Серверные пуши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 о новых постах и незаполненных ТРЗ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5F7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Офлайн-режим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Кэширование данных и работа без сети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5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Расширение функционала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1788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Заявки, документы, чаты, календарь мероприятий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264</Words>
  <Application>Microsoft Macintosh PowerPoint</Application>
  <PresentationFormat>Экран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CorpApp — MVP корпоративного портала</dc:title>
  <dc:subject>Вступительная презентация</dc:subject>
  <dc:creator>CorpApp</dc:creator>
  <cp:lastModifiedBy>Peter Kozlov</cp:lastModifiedBy>
  <cp:revision>3</cp:revision>
  <dcterms:created xsi:type="dcterms:W3CDTF">2026-10-20T20:39:19Z</dcterms:created>
  <dcterms:modified xsi:type="dcterms:W3CDTF">2026-10-21T11:01:42Z</dcterms:modified>
</cp:coreProperties>
</file>