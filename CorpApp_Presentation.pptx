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C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CORPAPP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Демонстрационное приложение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корпоративного портала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2DF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Проектная работа  ·  MVP  ·  SwiftUI + Flux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и концепция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Мобильный клиент корпоративного портала компании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105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сотрудников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ключевым сервисам компании в одном приложении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8775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сценарии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86207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Новости, коллеги, трудозатраты, личный кабинет, полезная информация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6499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MVP-подход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639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 основной функционал на моковых данных для демонстрации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5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4223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 к развитию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1655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позволяет заменить моки на реальный бэкенд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технологий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Декларативный UI, навигация, состояние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25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664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+ Actions, однонаправленный поток данных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KeychainAccess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Безопасное хранение токена авторизации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331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468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UserNotifications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2807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напоминания о заполнении ТРЗ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50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зависимостями (Get, KeychainAccess)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7F6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Моковые данные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39502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имитация бэкенда для демонстрации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архитектура Flux?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1143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Однонаправленный поток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630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одну сторону: Action → Store → View. Легче отслеживать изменения.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2057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Разделение ответственности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77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только отображает, Store управляет состоянием, Actions описывают намерения.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80160" y="2971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Масштабируемость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экраны добавляются по одному шаблону. Легко подключать сервисы.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8862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206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централизовано. Проще отлаживать и тестировать сценарии.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реализовано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161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Таб-навигация с независимыми стеками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6733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00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Реавторизация через Keychain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305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57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пуш-уведомления с переходом на экран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877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514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трудозатрат с маркерами пропущенных дней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0449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по сотрудникам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5021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29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Переключение темы (системная / светлая / тёмная)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39593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886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Бейджи незаполненных дней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416552"/>
            <a:ext cx="164592" cy="164592"/>
          </a:xfrm>
          <a:prstGeom prst="ellipse">
            <a:avLst/>
          </a:prstGeom>
          <a:solidFill>
            <a:srgbClr val="007C7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343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Иерархия команд и сотрудников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C7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можно развивать дальше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бэкенд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Замена MockNetworkService на работу с API через Get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Серверные пуши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44144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Уведомления о новых постах и незаполненных ТРЗ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Офлайн-режим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31012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Кэширование данных и работа без сети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5F7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Расширение функционала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1788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Заявки, документы, чаты, календарь мероприятий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7C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F2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Переходим к живому показу приложения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CorpApp — MVP корпоративного портала</dc:title>
  <dc:subject>Вступительная презентация</dc:subject>
  <dc:creator>CorpApp</dc:creator>
  <cp:lastModifiedBy>CorpApp</cp:lastModifiedBy>
  <cp:revision>1</cp:revision>
  <dcterms:created xsi:type="dcterms:W3CDTF">2026-10-20T20:39:19Z</dcterms:created>
  <dcterms:modified xsi:type="dcterms:W3CDTF">2026-10-20T20:39:20Z</dcterms:modified>
</cp:coreProperties>
</file>